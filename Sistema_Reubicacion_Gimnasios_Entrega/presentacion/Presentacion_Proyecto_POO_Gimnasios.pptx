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1115568"/>
            <a:ext cx="49834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/mnt/data/3a54b3eb-13ca-47c6-a699-5e2a4c87a4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8272" y="1846490"/>
            <a:ext cx="4736592" cy="27718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143000"/>
            <a:ext cx="566928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Sistema de Reubicación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de Usuarios Afectados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por el Cierre de Gimnasios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768096" y="29718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7FF"/>
                </a:solidFill>
              </a:rPr>
              <a:t>Proyecto Programación Orientada a Objetos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8096" y="3611880"/>
            <a:ext cx="3429000" cy="347472"/>
          </a:xfrm>
          <a:prstGeom prst="roundRect">
            <a:avLst>
              <a:gd name="adj" fmla="val 15789"/>
            </a:avLst>
          </a:prstGeom>
          <a:solidFill>
            <a:srgbClr val="00A6A6">
              <a:alpha val="97000"/>
            </a:srgbClr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3685032"/>
            <a:ext cx="3209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Interfaz · Recomendación · Solicitud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77240" y="61630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Presentación y demostración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91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Problema y necesidad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8412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 quedan sin continuidad de entrenamiento cuando una sede o cadena deportiva cierra.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49040" y="276148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96328" y="276148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27889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212848"/>
            <a:ext cx="566928" cy="566928"/>
          </a:xfrm>
          <a:prstGeom prst="ellipse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2677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💳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28216" y="22677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Membresía pagada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88136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El usuario ya tenía un plan contratado y una rutina activa.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25112" y="1965960"/>
            <a:ext cx="27889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7992" y="2212848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2677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🚪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84648" y="22677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Cierre del gimnasio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44568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Pierde acceso al servicio y debe buscar alternativas.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81544" y="1965960"/>
            <a:ext cx="27889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64424" y="2212848"/>
            <a:ext cx="566928" cy="56692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4424" y="2267712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🔎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41080" y="22677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Búsqueda manual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01000" y="2926080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Comparar precios, comunas y servicios toma tiempo.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417320" y="4892040"/>
            <a:ext cx="9326880" cy="713232"/>
          </a:xfrm>
          <a:prstGeom prst="roundRect">
            <a:avLst>
              <a:gd name="adj" fmla="val 10256"/>
            </a:avLst>
          </a:prstGeom>
          <a:solidFill>
            <a:srgbClr val="DDEBFF"/>
          </a:solidFill>
          <a:ln w="12700">
            <a:solidFill>
              <a:srgbClr val="C5DDFD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51023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</a:rPr>
              <a:t>Necesidad: una plataforma simple para encontrar gimnasios alternativos según ubicación, precio, membresía y servicios.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2648" y="645566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Proyecto POO · Sistema de Reubicación de Gimnasios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74552" y="63733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91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Propuesta de solución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8412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aplicación de escritorio que recomienda gimnasios adecuados a las preferencias del usuario.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83280" y="2926080"/>
            <a:ext cx="1097280" cy="0"/>
          </a:xfrm>
          <a:prstGeom prst="line">
            <a:avLst/>
          </a:prstGeom>
          <a:noFill/>
          <a:ln w="2540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35240" y="2926080"/>
            <a:ext cx="1097280" cy="0"/>
          </a:xfrm>
          <a:prstGeom prst="line">
            <a:avLst/>
          </a:prstGeom>
          <a:noFill/>
          <a:ln w="2540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Entrada del usuario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Nombre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Comuna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Presupuesto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Membresía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Servicios preferidos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2926080" cy="2514600"/>
          </a:xfrm>
          <a:prstGeom prst="ellipse">
            <a:avLst/>
          </a:prstGeom>
          <a:solidFill>
            <a:srgbClr val="152238"/>
          </a:solidFill>
          <a:ln w="12700">
            <a:solidFill>
              <a:srgbClr val="1522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28600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Sistema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 recomendación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83480" y="3154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BFD7FF"/>
                </a:solidFill>
              </a:rPr>
              <a:t>compara y asigna puntaje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732520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88552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</a:rPr>
              <a:t>Salida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06840" y="2560320"/>
            <a:ext cx="202996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Lista ordenada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Detalle y motivo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Solicitud pendiente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4937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73E8"/>
                </a:solidFill>
              </a:rPr>
              <a:t>26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5358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gimnasios/sedes de ejemplo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49240" y="4937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A6"/>
                </a:solidFill>
              </a:rPr>
              <a:t>17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66360" y="5358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servicios seleccionables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69680" y="4937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686800" y="5358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casos de uso probados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" y="645566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Proyecto POO · Sistema de Reubicación de Gimnasios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74552" y="63733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91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Casos de uso considerados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8412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presentación muestra los tres flujos principales que después se usan como pruebas.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0" y="2788920"/>
            <a:ext cx="1005840" cy="0"/>
          </a:xfrm>
          <a:prstGeom prst="line">
            <a:avLst/>
          </a:prstGeom>
          <a:noFill/>
          <a:ln w="25400">
            <a:solidFill>
              <a:srgbClr val="1B73E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95160" y="2788920"/>
            <a:ext cx="1005840" cy="0"/>
          </a:xfrm>
          <a:prstGeom prst="line">
            <a:avLst/>
          </a:prstGeom>
          <a:noFill/>
          <a:ln w="25400">
            <a:solidFill>
              <a:srgbClr val="1B73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11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3E8"/>
                </a:solidFill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</a:rPr>
              <a:t>Mostrar gimnasios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" y="2697480"/>
            <a:ext cx="25146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El usuario revisa todas las alternativas registradas antes de filtrar.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11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6A6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</a:rPr>
              <a:t>Buscar recomendación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72584" y="2697480"/>
            <a:ext cx="25146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El sistema ordena opciones según comuna, precio, membresía y servicios.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0116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0684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38"/>
                </a:solidFill>
              </a:rPr>
              <a:t>Crear solicitud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697480"/>
            <a:ext cx="25146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El usuario selecciona un gimnasio y deja una solicitud pendiente.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1234440" y="5074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238"/>
                </a:solidFill>
              </a:rPr>
              <a:t>Para la demo se ejecutan en este orden: cargar datos → recomendar → confirmar solicitud.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2648" y="645566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Proyecto POO · Sistema de Reubicación de Gimnasios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74552" y="63733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91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Diseño orientado a objetos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8412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clases representan los elementos reales del problema y separan interfaz, lógica y datos.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897880" y="2148840"/>
            <a:ext cx="0" cy="347472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75888" y="3154680"/>
            <a:ext cx="78638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33488" y="3154680"/>
            <a:ext cx="65836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97880" y="3611880"/>
            <a:ext cx="0" cy="32004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60520" y="4773168"/>
            <a:ext cx="41148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4773168"/>
            <a:ext cx="41148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1298448"/>
            <a:ext cx="2103120" cy="768096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3898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52238"/>
                </a:solidFill>
              </a:rPr>
              <a:t>AplicacionGUI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4956048" y="169164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interfaz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botones · tabla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709160" y="2615184"/>
            <a:ext cx="237744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70662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52238"/>
                </a:solidFill>
              </a:rPr>
              <a:t>SistemaReubicacion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4818888" y="300837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recomendar()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crearSolicitud()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1325880" y="2770632"/>
            <a:ext cx="217627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35608" y="286207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52238"/>
                </a:solidFill>
              </a:rPr>
              <a:t>Usuario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1435608" y="316382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nombre · comuna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presupuesto · servicios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275320" y="2770632"/>
            <a:ext cx="224028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2862072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52238"/>
                </a:solidFill>
              </a:rPr>
              <a:t>Gimnasio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8385048" y="3163824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precio · comuna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servicios · membresías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709160" y="4169664"/>
            <a:ext cx="2377440" cy="768096"/>
          </a:xfrm>
          <a:prstGeom prst="roundRect">
            <a:avLst>
              <a:gd name="adj" fmla="val 7143"/>
            </a:avLst>
          </a:prstGeom>
          <a:solidFill>
            <a:srgbClr val="FFF7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426110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52238"/>
                </a:solidFill>
              </a:rPr>
              <a:t>SolicitudReubicacion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818888" y="4562856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usuario + gimnasio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estado pendiente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818120" y="5138928"/>
            <a:ext cx="224028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27848" y="523036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52238"/>
                </a:solidFill>
              </a:rPr>
              <a:t>Membresia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7927848" y="5532120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mensual · trimestral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semestral · anual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1737360" y="5138928"/>
            <a:ext cx="224028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47088" y="523036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52238"/>
                </a:solidFill>
              </a:rPr>
              <a:t>Datos de prueba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1847088" y="5532120"/>
            <a:ext cx="2020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gimnasios de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Santiago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1737360" y="61447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2238"/>
                </a:solidFill>
              </a:rPr>
              <a:t>Principio usado: cada clase tiene una responsabilidad clara.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12648" y="645566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Proyecto POO · Sistema de Reubicación de Gimnasios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74552" y="63733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91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Criterios de recomendación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8412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asigna puntaje a cada gimnasio y ordena los resultados de mayor a menor.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221992"/>
            <a:ext cx="996696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7647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238"/>
                </a:solidFill>
              </a:rPr>
              <a:t>Comuna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43200" y="17465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3E8"/>
                </a:solidFill>
              </a:rPr>
              <a:t>+3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03320" y="1865376"/>
            <a:ext cx="5166360" cy="1005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865376"/>
            <a:ext cx="4206240" cy="100584"/>
          </a:xfrm>
          <a:prstGeom prst="rect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1764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Misma comuna o comuna cercana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182112"/>
            <a:ext cx="996696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7249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238"/>
                </a:solidFill>
              </a:rPr>
              <a:t>Presupuesto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743200" y="27066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A169"/>
                </a:solidFill>
              </a:rPr>
              <a:t>+3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703320" y="2825496"/>
            <a:ext cx="5166360" cy="1005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2825496"/>
            <a:ext cx="3840480" cy="100584"/>
          </a:xfrm>
          <a:prstGeom prst="rect">
            <a:avLst/>
          </a:prstGeom>
          <a:solidFill>
            <a:srgbClr val="37A169"/>
          </a:solidFill>
          <a:ln w="12700">
            <a:solidFill>
              <a:srgbClr val="37A16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724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Precio mensual dentro del máximo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4142232"/>
            <a:ext cx="996696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685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238"/>
                </a:solidFill>
              </a:rPr>
              <a:t>Membresía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743200" y="36667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+2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03320" y="3785616"/>
            <a:ext cx="5166360" cy="1005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3785616"/>
            <a:ext cx="2926080" cy="100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3685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Tipo solicitado disponible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5102352"/>
            <a:ext cx="9966960" cy="0"/>
          </a:xfrm>
          <a:prstGeom prst="line">
            <a:avLst/>
          </a:prstGeom>
          <a:noFill/>
          <a:ln w="1016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64515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238"/>
                </a:solidFill>
              </a:rPr>
              <a:t>Servicios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743200" y="46268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A6"/>
                </a:solidFill>
              </a:rPr>
              <a:t>+1 c/u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703320" y="4745736"/>
            <a:ext cx="5166360" cy="1005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4745736"/>
            <a:ext cx="4663440" cy="1005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4645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Coincidencias con servicios preferidos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143000" y="5577840"/>
            <a:ext cx="9784080" cy="502920"/>
          </a:xfrm>
          <a:prstGeom prst="roundRect">
            <a:avLst>
              <a:gd name="adj" fmla="val 14545"/>
            </a:avLst>
          </a:prstGeom>
          <a:solidFill>
            <a:srgbClr val="152238"/>
          </a:solidFill>
          <a:ln w="12700">
            <a:solidFill>
              <a:srgbClr val="15223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5733288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FFFFFF"/>
                </a:solidFill>
              </a:rPr>
              <a:t>Ejemplo de resultado: Smart Fit Vivo El Centro obtiene 11 puntos al coincidir con comuna, presupuesto, membresía y servicios.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612648" y="645566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Proyecto POO · Sistema de Reubicación de Gimnasios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74552" y="63733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91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Demostración: búsqueda personalizada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8412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permite ingresar preferencias y ver resultados ordenados por puntaje.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8096" y="1271016"/>
            <a:ext cx="7059168" cy="4407408"/>
          </a:xfrm>
          <a:prstGeom prst="roundRect">
            <a:avLst>
              <a:gd name="adj" fmla="val 1037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pic>
        <p:nvPicPr>
          <p:cNvPr id="8" name="Image 0" descr="/mnt/data/3a54b3eb-13ca-47c6-a699-5e2a4c87a4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41332"/>
            <a:ext cx="6949440" cy="40667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92440" y="141732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173736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8"/>
                </a:solidFill>
              </a:rPr>
              <a:t>Qué se observa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412480" y="2331720"/>
            <a:ext cx="269748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1. El usuario ingresa sus preferencias.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2. La tabla muestra gimnasios recomendados.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3. Al seleccionar uno, aparece el motivo de recomendación.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58200" y="4800600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1B73E8">
              <a:alpha val="97000"/>
            </a:srgbClr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67928" y="487375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Demo: Buscar recomendación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612648" y="645566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Proyecto POO · Sistema de Reubicación de Gimnasios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74552" y="63733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91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Pruebas del sistema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8412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capturas evidencian los tres casos de uso principales.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76656" y="1545336"/>
            <a:ext cx="3172968" cy="2075688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pic>
        <p:nvPicPr>
          <p:cNvPr id="8" name="Image 0" descr="/mnt/data/5385236b-fdc9-48ca-a4fb-0938566ede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572" y="1600200"/>
            <a:ext cx="2997136" cy="1965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8130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52238"/>
                </a:solidFill>
              </a:rPr>
              <a:t>Mostrar gimnasios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868680" y="41879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Lista completa disponible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07408" y="1545336"/>
            <a:ext cx="3172968" cy="2075688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pic>
        <p:nvPicPr>
          <p:cNvPr id="12" name="Image 1" descr="/mnt/data/3a54b3eb-13ca-47c6-a699-5e2a4c87a4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686884"/>
            <a:ext cx="3063240" cy="1792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38130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52238"/>
                </a:solidFill>
              </a:rPr>
              <a:t>Recomendación personalizada</a:t>
            </a:r>
            <a:endParaRPr lang="en-US" sz="1440" dirty="0"/>
          </a:p>
        </p:txBody>
      </p:sp>
      <p:sp>
        <p:nvSpPr>
          <p:cNvPr id="14" name="Text 10"/>
          <p:cNvSpPr/>
          <p:nvPr/>
        </p:nvSpPr>
        <p:spPr>
          <a:xfrm>
            <a:off x="4599432" y="41879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Detalle y puntaje visible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545336"/>
            <a:ext cx="3172968" cy="2075688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pic>
        <p:nvPicPr>
          <p:cNvPr id="16" name="Image 2" descr="/mnt/data/c5d1c55c-0b42-4ebf-bab5-f877bc6a26a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656608"/>
            <a:ext cx="3063240" cy="18531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93024" y="38130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52238"/>
                </a:solidFill>
              </a:rPr>
              <a:t>Solicitud creada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8330184" y="41879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Estado pendiente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143000" y="5349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238"/>
                </a:solidFill>
              </a:rPr>
              <a:t>Resultado: la aplicación cumple los flujos principales definidos en los requerimientos.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12648" y="645566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Proyecto POO · Sistema de Reubicación de Gimnasios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1274552" y="63733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91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Dificultades, mejoras y cierre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8412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versión actual permite demostrar el proceso completo; las mejoras futuras apuntan a datos reales y seguimiento.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11680" y="3675888"/>
            <a:ext cx="80467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3337560"/>
            <a:ext cx="676656" cy="67665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51129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251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2238"/>
                </a:solidFill>
              </a:rPr>
              <a:t>Dificultad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" y="4681728"/>
            <a:ext cx="22860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Ventana crecía al agregar más servicios y gimnasios.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06240" y="3337560"/>
            <a:ext cx="676656" cy="676656"/>
          </a:xfrm>
          <a:prstGeom prst="ellipse">
            <a:avLst/>
          </a:prstGeom>
          <a:solidFill>
            <a:srgbClr val="1B73E8"/>
          </a:solidFill>
          <a:ln w="12700">
            <a:solidFill>
              <a:srgbClr val="1B73E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51129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4251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2238"/>
                </a:solidFill>
              </a:rPr>
              <a:t>Solución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19856" y="4681728"/>
            <a:ext cx="22860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Se agregó scroll y los servicios se ordenaron en columnas.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0" y="3337560"/>
            <a:ext cx="676656" cy="676656"/>
          </a:xfrm>
          <a:prstGeom prst="ellipse">
            <a:avLst/>
          </a:prstGeom>
          <a:solidFill>
            <a:srgbClr val="37A169"/>
          </a:solidFill>
          <a:ln w="12700">
            <a:solidFill>
              <a:srgbClr val="37A16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351129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251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2238"/>
                </a:solidFill>
              </a:rPr>
              <a:t>Actual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45936" y="4681728"/>
            <a:ext cx="22860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App funcional con recomendación y solicitud.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92640" y="3337560"/>
            <a:ext cx="676656" cy="6766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351129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52560" y="4251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2238"/>
                </a:solidFill>
              </a:rPr>
              <a:t>Futuro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906256" y="4681728"/>
            <a:ext cx="22860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Base de datos real, login y estado de solicitud.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645920" y="1417320"/>
            <a:ext cx="8915400" cy="713232"/>
          </a:xfrm>
          <a:prstGeom prst="roundRect">
            <a:avLst>
              <a:gd name="adj" fmla="val 10256"/>
            </a:avLst>
          </a:prstGeom>
          <a:solidFill>
            <a:srgbClr val="DDEBFF"/>
          </a:solidFill>
          <a:ln w="12700">
            <a:solidFill>
              <a:srgbClr val="C5DDFD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74520" y="1627632"/>
            <a:ext cx="845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2238"/>
                </a:solidFill>
              </a:rPr>
              <a:t>Conclusión: el sistema entrega una solución simple para comparar alternativas y apoyar la reubicación de usuarios afectados.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12648" y="645566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Proyecto POO · Sistema de Reubicación de Gimnasios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74552" y="63733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Proyecto POO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POO - Sistema de Reubicación de Gimnasios</dc:title>
  <dc:subject>Sistema de Reubicación de Gimnasios</dc:subject>
  <dc:creator>Proyecto POO</dc:creator>
  <cp:lastModifiedBy>Proyecto POO</cp:lastModifiedBy>
  <cp:revision>1</cp:revision>
  <dcterms:created xsi:type="dcterms:W3CDTF">2026-07-01T20:28:59Z</dcterms:created>
  <dcterms:modified xsi:type="dcterms:W3CDTF">2026-07-01T20:28:59Z</dcterms:modified>
</cp:coreProperties>
</file>